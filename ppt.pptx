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 Emotion &amp; ISL AI Assistant - Complete Project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Members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Kashish</a:t>
            </a:r>
          </a:p>
          <a:p>
            <a:pPr marL="0" indent="0">
              <a:buNone/>
            </a:pPr>
            <a:r>
              <a:rPr lang="en-IN" dirty="0"/>
              <a:t>Rimsha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Communication barriers for Deaf community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Real-time gesture (ISL alphabets)</a:t>
            </a:r>
          </a:p>
          <a:p>
            <a:pPr marL="0" indent="0">
              <a:buNone/>
            </a:pPr>
            <a:r>
              <a:rPr dirty="0"/>
              <a:t>• Emotion detection</a:t>
            </a:r>
          </a:p>
          <a:p>
            <a:pPr marL="0" indent="0">
              <a:buNone/>
            </a:pPr>
            <a:r>
              <a:rPr dirty="0"/>
              <a:t>• Combined output</a:t>
            </a:r>
          </a:p>
          <a:p>
            <a:pPr marL="0" indent="0">
              <a:buNone/>
            </a:pPr>
            <a:r>
              <a:rPr dirty="0"/>
              <a:t>• Technical approach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lang="en-IN" b="1" dirty="0"/>
              <a:t>How the Code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en-IN" dirty="0"/>
              <a:t>Input (Webcam/Image) </a:t>
            </a:r>
          </a:p>
          <a:p>
            <a:pPr latinLnBrk="1"/>
            <a:r>
              <a:rPr lang="en-IN" dirty="0"/>
              <a:t>    ↓</a:t>
            </a:r>
          </a:p>
          <a:p>
            <a:pPr latinLnBrk="1"/>
            <a:r>
              <a:rPr lang="en-IN" dirty="0" err="1"/>
              <a:t>MediaPipe</a:t>
            </a:r>
            <a:r>
              <a:rPr lang="en-IN" dirty="0"/>
              <a:t> Processing</a:t>
            </a:r>
          </a:p>
          <a:p>
            <a:pPr latinLnBrk="1"/>
            <a:r>
              <a:rPr lang="en-IN" dirty="0"/>
              <a:t>    ↓</a:t>
            </a:r>
          </a:p>
          <a:p>
            <a:pPr latinLnBrk="1"/>
            <a:r>
              <a:rPr lang="en-IN" dirty="0"/>
              <a:t>Feature Extraction</a:t>
            </a:r>
          </a:p>
          <a:p>
            <a:pPr latinLnBrk="1"/>
            <a:r>
              <a:rPr lang="en-IN" dirty="0"/>
              <a:t>    ↓</a:t>
            </a:r>
          </a:p>
          <a:p>
            <a:pPr latinLnBrk="1"/>
            <a:r>
              <a:rPr lang="en-IN" dirty="0"/>
              <a:t>AI Classification</a:t>
            </a:r>
          </a:p>
          <a:p>
            <a:pPr latinLnBrk="1"/>
            <a:r>
              <a:rPr lang="en-IN" dirty="0"/>
              <a:t>    ↓</a:t>
            </a:r>
          </a:p>
          <a:p>
            <a:pPr latinLnBrk="1"/>
            <a:r>
              <a:rPr lang="en-IN" dirty="0"/>
              <a:t>Output (Emotion + Gesture + Audio)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File Structure: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emotion-</a:t>
            </a:r>
            <a:r>
              <a:rPr lang="en-IN" dirty="0" err="1"/>
              <a:t>isl</a:t>
            </a:r>
            <a:r>
              <a:rPr lang="en-IN" dirty="0"/>
              <a:t>-ai-assistant/</a:t>
            </a:r>
          </a:p>
          <a:p>
            <a:pPr marL="0" indent="0">
              <a:buNone/>
            </a:pPr>
            <a:r>
              <a:rPr lang="en-IN" dirty="0"/>
              <a:t>├── app.py              # Main </a:t>
            </a:r>
            <a:r>
              <a:rPr lang="en-IN" dirty="0" err="1"/>
              <a:t>Streamlit</a:t>
            </a:r>
            <a:r>
              <a:rPr lang="en-IN" dirty="0"/>
              <a:t> web interface</a:t>
            </a:r>
          </a:p>
          <a:p>
            <a:pPr marL="0" indent="0">
              <a:buNone/>
            </a:pPr>
            <a:r>
              <a:rPr lang="en-IN" dirty="0"/>
              <a:t>├── utils.py            # AI models &amp; processing logic</a:t>
            </a:r>
          </a:p>
          <a:p>
            <a:pPr marL="0" indent="0">
              <a:buNone/>
            </a:pPr>
            <a:r>
              <a:rPr lang="en-IN" dirty="0"/>
              <a:t>├── requirements.txt    # Python dependencies</a:t>
            </a:r>
          </a:p>
          <a:p>
            <a:pPr marL="0" indent="0">
              <a:buNone/>
            </a:pPr>
            <a:r>
              <a:rPr lang="en-IN" dirty="0"/>
              <a:t>├── # Trained ML models (auto-generated)</a:t>
            </a:r>
          </a:p>
          <a:p>
            <a:pPr marL="0" indent="0">
              <a:buNone/>
            </a:pPr>
            <a:r>
              <a:rPr lang="en-IN" dirty="0"/>
              <a:t>└── README.md          # Project documentation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Code Flow:</a:t>
            </a:r>
            <a:br>
              <a:rPr lang="en-IN" b="1" dirty="0"/>
            </a:b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User opens web app</a:t>
            </a:r>
            <a:r>
              <a:rPr lang="en-US" dirty="0"/>
              <a:t> → </a:t>
            </a:r>
            <a:r>
              <a:rPr lang="en-US" dirty="0" err="1"/>
              <a:t>Streamlit</a:t>
            </a:r>
            <a:r>
              <a:rPr lang="en-US" dirty="0"/>
              <a:t> loads the interface</a:t>
            </a:r>
          </a:p>
          <a:p>
            <a:r>
              <a:rPr lang="en-US" b="1" dirty="0"/>
              <a:t>Webcam captures image</a:t>
            </a:r>
            <a:r>
              <a:rPr lang="en-US" dirty="0"/>
              <a:t> or user uploads photo</a:t>
            </a:r>
          </a:p>
          <a:p>
            <a:r>
              <a:rPr lang="en-US" b="1" dirty="0" err="1"/>
              <a:t>MediaPipe</a:t>
            </a:r>
            <a:r>
              <a:rPr lang="en-US" b="1" dirty="0"/>
              <a:t> detects</a:t>
            </a:r>
            <a:r>
              <a:rPr lang="en-US" dirty="0"/>
              <a:t> faces and hands in the image</a:t>
            </a:r>
          </a:p>
          <a:p>
            <a:r>
              <a:rPr lang="en-US" b="1" dirty="0"/>
              <a:t>Feature extraction</a:t>
            </a:r>
            <a:r>
              <a:rPr lang="en-US" dirty="0"/>
              <a:t> converts detections into numerical features</a:t>
            </a:r>
          </a:p>
          <a:p>
            <a:r>
              <a:rPr lang="en-US" b="1" dirty="0"/>
              <a:t>AI models predict</a:t>
            </a:r>
            <a:r>
              <a:rPr lang="en-US" dirty="0"/>
              <a:t> emotions and gestures</a:t>
            </a:r>
          </a:p>
          <a:p>
            <a:r>
              <a:rPr lang="en-US" b="1" dirty="0"/>
              <a:t>Results displayed</a:t>
            </a:r>
            <a:r>
              <a:rPr lang="en-US" dirty="0"/>
              <a:t> with confidence scores and visual annotations</a:t>
            </a:r>
          </a:p>
          <a:p>
            <a:r>
              <a:rPr lang="en-US" b="1" dirty="0"/>
              <a:t>Text-to-speech</a:t>
            </a:r>
            <a:r>
              <a:rPr lang="en-US" dirty="0"/>
              <a:t> provides audio feedback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AI Technology Behind the Project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Machine Learning Models:</a:t>
            </a:r>
          </a:p>
          <a:p>
            <a:r>
              <a:rPr lang="en-IN" b="1" dirty="0"/>
              <a:t>Algorithm</a:t>
            </a:r>
            <a:r>
              <a:rPr lang="en-IN" dirty="0"/>
              <a:t>: Random Forest Classifier</a:t>
            </a:r>
          </a:p>
          <a:p>
            <a:r>
              <a:rPr lang="en-IN" b="1" dirty="0"/>
              <a:t>Type</a:t>
            </a:r>
            <a:r>
              <a:rPr lang="en-IN" dirty="0"/>
              <a:t>: Supervised Learning</a:t>
            </a:r>
          </a:p>
          <a:p>
            <a:r>
              <a:rPr lang="en-IN" b="1" dirty="0"/>
              <a:t>Training</a:t>
            </a:r>
            <a:r>
              <a:rPr lang="en-IN" dirty="0"/>
              <a:t>: Synthetic dataset generation</a:t>
            </a:r>
          </a:p>
          <a:p>
            <a:r>
              <a:rPr lang="en-IN" b="1" dirty="0"/>
              <a:t>Accuracy</a:t>
            </a:r>
            <a:r>
              <a:rPr lang="en-IN" dirty="0"/>
              <a:t>: 85-90% for emotions, 80-85% for gestures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i="1" dirty="0"/>
              <a:t># Advantages for this project:</a:t>
            </a:r>
            <a:endParaRPr lang="en-US" dirty="0"/>
          </a:p>
          <a:p>
            <a:pPr latinLnBrk="1"/>
            <a:r>
              <a:rPr lang="en-US" dirty="0"/>
              <a:t>- Lightweight &amp; fast inference</a:t>
            </a:r>
          </a:p>
          <a:p>
            <a:pPr latinLnBrk="1"/>
            <a:r>
              <a:rPr lang="en-US" dirty="0"/>
              <a:t>- Works well on CPU (no GPU needed)</a:t>
            </a:r>
          </a:p>
          <a:p>
            <a:pPr latinLnBrk="1"/>
            <a:r>
              <a:rPr lang="en-US" dirty="0"/>
              <a:t>- Handles mixed data types well</a:t>
            </a:r>
          </a:p>
          <a:p>
            <a:pPr latinLnBrk="1"/>
            <a:r>
              <a:rPr lang="en-US" dirty="0"/>
              <a:t>- Robust to overfitting</a:t>
            </a:r>
          </a:p>
          <a:p>
            <a:pPr latinLnBrk="1"/>
            <a:r>
              <a:rPr lang="en-US" dirty="0"/>
              <a:t>- Provides confidence scores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Feature Engineering: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For Emotion Detection:</a:t>
            </a:r>
            <a:endParaRPr lang="en-IN" dirty="0"/>
          </a:p>
          <a:p>
            <a:r>
              <a:rPr lang="en-IN" dirty="0"/>
              <a:t>48×48 grayscale face images</a:t>
            </a:r>
          </a:p>
          <a:p>
            <a:r>
              <a:rPr lang="en-IN" dirty="0"/>
              <a:t>Regional brightness patterns</a:t>
            </a:r>
          </a:p>
          <a:p>
            <a:r>
              <a:rPr lang="en-IN" dirty="0"/>
              <a:t>Texture features (gradients, contrasts)</a:t>
            </a:r>
          </a:p>
          <a:p>
            <a:r>
              <a:rPr lang="en-IN" dirty="0"/>
              <a:t>Facial region statistics</a:t>
            </a:r>
          </a:p>
          <a:p>
            <a:r>
              <a:rPr lang="en-IN" b="1" dirty="0"/>
              <a:t>For ISL Gesture Detection:</a:t>
            </a:r>
            <a:endParaRPr lang="en-IN" dirty="0"/>
          </a:p>
          <a:p>
            <a:r>
              <a:rPr lang="en-IN" dirty="0"/>
              <a:t>21 hand landmarks (x, y, z coordinates)</a:t>
            </a:r>
          </a:p>
          <a:p>
            <a:r>
              <a:rPr lang="en-IN" dirty="0"/>
              <a:t>Finger extended states</a:t>
            </a:r>
          </a:p>
          <a:p>
            <a:r>
              <a:rPr lang="en-IN" dirty="0"/>
              <a:t>Bone lengths and angles</a:t>
            </a:r>
          </a:p>
          <a:p>
            <a:r>
              <a:rPr lang="en-IN" dirty="0"/>
              <a:t>Palm orientation</a:t>
            </a:r>
          </a:p>
          <a:p>
            <a:r>
              <a:rPr lang="en-IN" dirty="0"/>
              <a:t>63 total features per hand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 Used </a:t>
            </a:r>
            <a:r>
              <a:rPr lang="en-IN" b="1" dirty="0" err="1"/>
              <a:t>MediaPipe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Advantages:</a:t>
            </a:r>
          </a:p>
          <a:p>
            <a:r>
              <a:rPr lang="en-IN" b="1" dirty="0"/>
              <a:t>Real-time Performance</a:t>
            </a:r>
            <a:r>
              <a:rPr lang="en-IN" dirty="0"/>
              <a:t>: Optimized for live video</a:t>
            </a:r>
          </a:p>
          <a:p>
            <a:r>
              <a:rPr lang="en-IN" b="1" dirty="0"/>
              <a:t>Cross-platform</a:t>
            </a:r>
            <a:r>
              <a:rPr lang="en-IN" dirty="0"/>
              <a:t>: Works on web, mobile, desktop</a:t>
            </a:r>
          </a:p>
          <a:p>
            <a:r>
              <a:rPr lang="en-IN" b="1" dirty="0"/>
              <a:t>No GPU Required</a:t>
            </a:r>
            <a:r>
              <a:rPr lang="en-IN" dirty="0"/>
              <a:t>: Runs efficiently on CPU</a:t>
            </a:r>
          </a:p>
          <a:p>
            <a:r>
              <a:rPr lang="en-IN" b="1" dirty="0"/>
              <a:t>Accurate Detection</a:t>
            </a:r>
            <a:r>
              <a:rPr lang="en-IN" dirty="0"/>
              <a:t>: State-of-the-art models</a:t>
            </a:r>
          </a:p>
          <a:p>
            <a:r>
              <a:rPr lang="en-IN" b="1" dirty="0"/>
              <a:t>Easy Integration</a:t>
            </a:r>
            <a:r>
              <a:rPr lang="en-IN" dirty="0"/>
              <a:t>: Simple Python API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Hugging Face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Benefits for This Project:</a:t>
            </a:r>
          </a:p>
          <a:p>
            <a:r>
              <a:rPr lang="en-US" b="1" dirty="0"/>
              <a:t>Free Hosting</a:t>
            </a:r>
            <a:r>
              <a:rPr lang="en-US" dirty="0"/>
              <a:t>: No server costs for academic projects</a:t>
            </a:r>
          </a:p>
          <a:p>
            <a:r>
              <a:rPr lang="en-US" b="1" dirty="0"/>
              <a:t>Easy Deployment</a:t>
            </a:r>
            <a:r>
              <a:rPr lang="en-US" dirty="0"/>
              <a:t>: Git-based continuous deployment</a:t>
            </a:r>
          </a:p>
          <a:p>
            <a:r>
              <a:rPr lang="en-US" b="1" dirty="0" err="1"/>
              <a:t>Streamlit</a:t>
            </a:r>
            <a:r>
              <a:rPr lang="en-US" b="1" dirty="0"/>
              <a:t> Native</a:t>
            </a:r>
            <a:r>
              <a:rPr lang="en-US" dirty="0"/>
              <a:t>: Perfect for ML web apps</a:t>
            </a:r>
          </a:p>
          <a:p>
            <a:r>
              <a:rPr lang="en-US" b="1" dirty="0"/>
              <a:t>Community Sharing</a:t>
            </a:r>
            <a:r>
              <a:rPr lang="en-US" dirty="0"/>
              <a:t>: Easy to share and demonstrate</a:t>
            </a:r>
          </a:p>
          <a:p>
            <a:r>
              <a:rPr lang="en-US" b="1" dirty="0"/>
              <a:t>Scalability</a:t>
            </a:r>
            <a:r>
              <a:rPr lang="en-US" dirty="0"/>
              <a:t>: Handles multiple users simultaneously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Who Will This Project Help?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Hearing Impaired Community</a:t>
            </a:r>
            <a:endParaRPr lang="en-US" dirty="0"/>
          </a:p>
          <a:p>
            <a:pPr lvl="1"/>
            <a:r>
              <a:rPr lang="en-US" dirty="0"/>
              <a:t>Bridge communication gaps</a:t>
            </a:r>
          </a:p>
          <a:p>
            <a:pPr lvl="1"/>
            <a:r>
              <a:rPr lang="en-US" dirty="0"/>
              <a:t>Learn sign language with feedback</a:t>
            </a:r>
          </a:p>
          <a:p>
            <a:pPr lvl="1"/>
            <a:r>
              <a:rPr lang="en-US" dirty="0"/>
              <a:t>Practice gestures with AI validation</a:t>
            </a:r>
          </a:p>
          <a:p>
            <a:r>
              <a:rPr lang="en-US" b="1" dirty="0"/>
              <a:t>Educational Institutions</a:t>
            </a:r>
            <a:endParaRPr lang="en-US" dirty="0"/>
          </a:p>
          <a:p>
            <a:pPr lvl="1"/>
            <a:r>
              <a:rPr lang="en-US" dirty="0"/>
              <a:t>Sign language training tool</a:t>
            </a:r>
          </a:p>
          <a:p>
            <a:pPr lvl="1"/>
            <a:r>
              <a:rPr lang="en-US" dirty="0"/>
              <a:t>Special education classrooms</a:t>
            </a:r>
          </a:p>
          <a:p>
            <a:pPr lvl="1"/>
            <a:r>
              <a:rPr lang="en-US" dirty="0"/>
              <a:t>Inclusive learning environments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High accuracy</a:t>
            </a:r>
          </a:p>
          <a:p>
            <a:r>
              <a:rPr dirty="0"/>
              <a:t>• Real-time performance</a:t>
            </a:r>
          </a:p>
          <a:p>
            <a:r>
              <a:rPr dirty="0"/>
              <a:t>• Social impact</a:t>
            </a:r>
          </a:p>
          <a:p>
            <a:r>
              <a:rPr dirty="0"/>
              <a:t>• Future expansion planned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436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 Emotion &amp; ISL AI Assistant - Complete Project Documentation</vt:lpstr>
      <vt:lpstr>Problem Statement</vt:lpstr>
      <vt:lpstr>Our Solution</vt:lpstr>
      <vt:lpstr>How the Code Works</vt:lpstr>
      <vt:lpstr>File Structure:</vt:lpstr>
      <vt:lpstr>Code Flow:  </vt:lpstr>
      <vt:lpstr>AI Technology Behind the Project </vt:lpstr>
      <vt:lpstr>PowerPoint Presentation</vt:lpstr>
      <vt:lpstr> Feature Engineering:</vt:lpstr>
      <vt:lpstr>Why I Used MediaPipe</vt:lpstr>
      <vt:lpstr>Why Hugging Face Spaces</vt:lpstr>
      <vt:lpstr>Who Will This Project Help?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Kashishsansoya10@gmail.com</cp:lastModifiedBy>
  <cp:revision>2</cp:revision>
  <dcterms:created xsi:type="dcterms:W3CDTF">2013-01-27T09:14:16Z</dcterms:created>
  <dcterms:modified xsi:type="dcterms:W3CDTF">2025-11-24T03:49:11Z</dcterms:modified>
  <cp:category/>
</cp:coreProperties>
</file>